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SentinelAPI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Zero-Trust API Vulnerability Scanner</a:t>
            </a:r>
          </a:p>
          <a:p/>
          <a:p>
            <a:r>
              <a:t>AmiHacks 2026 - Track C (Industry / Deep-Tech)</a:t>
            </a:r>
          </a:p>
          <a:p>
            <a:r>
              <a:t>By: Ajay Yadav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The Problem: API Business Logic Flaws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APIs are the #1 attack vector for modern data breaches.</a:t>
            </a:r>
          </a:p>
          <a:p>
            <a:pPr/>
            <a:r>
              <a:t>Traditional DAST/SAST tools catch syntax errors, but fail to understand context.</a:t>
            </a:r>
          </a:p>
          <a:p>
            <a:pPr/>
            <a:r>
              <a:t>Vulnerabilities like BOLA/IDOR (OWASP API1:2023) require understanding user roles and object ownership.</a:t>
            </a:r>
          </a:p>
          <a:p>
            <a:pPr/>
            <a:r>
              <a:t>Current pentesting is manual, slow, and hard to scale in CI/CD pipelines.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The Solution: SentinelAPI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autonomous, agentic pentester powered by Gemini AI.</a:t>
            </a:r>
          </a:p>
          <a:p>
            <a:pPr/>
            <a:r>
              <a:t>Understands API schemas (OpenAPI / HAR traffic) and executes zero-trust tests.</a:t>
            </a:r>
          </a:p>
          <a:p>
            <a:pPr/>
            <a:r>
              <a:t>Mimics real attackers by provisioning multiple isolated user sessions.</a:t>
            </a:r>
          </a:p>
          <a:p>
            <a:pPr/>
            <a:r>
              <a:t>Automatically detects logical flaws: BOLA, BFLA, Schema Drift (Shadow Data).</a:t>
            </a:r>
          </a:p>
          <a:p>
            <a:pPr/>
            <a:r>
              <a:t>Provides actionable remediation code and 1-click cURL proof-of-concepts.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Key Innovations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Dynamic Visual Attack Graph: Maps the exact exploit chain in real-time.</a:t>
            </a:r>
          </a:p>
          <a:p>
            <a:pPr/>
            <a:r>
              <a:t>Traffic Capture (HAR) Support: Scan undocumented, internal shadow APIs.</a:t>
            </a:r>
          </a:p>
          <a:p>
            <a:pPr/>
            <a:r>
              <a:t>AI-Powered Explanations: Translates complex payloads into plain-English business risk.</a:t>
            </a:r>
          </a:p>
          <a:p>
            <a:pPr/>
            <a:r>
              <a:t>Automated Defense-in-Depth: Generates FastAPI/Express code fixes to patch vulnerabilities.</a:t>
            </a:r>
          </a:p>
          <a:p>
            <a:pPr/>
            <a:r>
              <a:t>Voice-Enabled Chatbot: Query findings conversationally using the 'Ask AI Pentester' bot.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React.js, Vite, Lucide Icons, Glassmorphism UI</a:t>
            </a:r>
          </a:p>
          <a:p>
            <a:pPr/>
            <a:r>
              <a:t>Backend: FastAPI (Python), WebSockets for real-time streams</a:t>
            </a:r>
          </a:p>
          <a:p>
            <a:pPr/>
            <a:r>
              <a:t>AI Engine: Google Gemini 1.5 Pro via Official SDK</a:t>
            </a:r>
          </a:p>
          <a:p>
            <a:pPr/>
            <a:r>
              <a:t>Security: Custom-built heuristics for OWASP API Security Top 10 (2023)</a:t>
            </a:r>
          </a:p>
          <a:p>
            <a:pPr/>
            <a:r>
              <a:t>Graph Visualization: React 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Future Scope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Mass Assignment Detection (API6:2023) to block privilege escalation via payload injection.</a:t>
            </a:r>
          </a:p>
          <a:p>
            <a:pPr/>
            <a:r>
              <a:t>CI/CD Integration to break builds automatically on CRITICAL findings.</a:t>
            </a:r>
          </a:p>
          <a:p>
            <a:pPr/>
            <a:r>
              <a:t>Multi-Tenant SaaS Dashboard for org-wide vulnerability trend tracking.</a:t>
            </a:r>
          </a:p>
          <a:p>
            <a:pPr/>
            <a:r>
              <a:t>Automated GitHub Pull Request Generation with remediation patches.</a:t>
            </a:r>
          </a:p>
          <a:p>
            <a:pPr/>
            <a:r>
              <a:t>gRPC and GraphQL support for modern microservice architectures.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Team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Ajay Yadav (@ajayyadav432)</a:t>
            </a:r>
          </a:p>
          <a:p>
            <a:pPr/>
            <a:r>
              <a:t> - Full-Stack Lead &amp; Security Architect</a:t>
            </a:r>
          </a:p>
          <a:p>
            <a:pPr/>
            <a:r>
              <a:t> - Built the FastAPI pentest engine and OWASP anomaly scanners.</a:t>
            </a:r>
          </a:p>
          <a:p>
            <a:pPr/>
            <a:r>
              <a:t> - Engineered the Gemini AI prompt chain and Attack Graph logic.</a:t>
            </a:r>
          </a:p>
          <a:p>
            <a:pPr/>
            <a:r>
              <a:t> - Developed the real-time React dashboard and chatbot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